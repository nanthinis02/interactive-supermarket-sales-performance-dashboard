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791" r:id="rId1"/>
  </p:sldMasterIdLst>
  <p:notesMasterIdLst>
    <p:notesMasterId r:id="rId9"/>
  </p:notesMasterIdLst>
  <p:sldIdLst>
    <p:sldId id="256" r:id="rId2"/>
    <p:sldId id="268" r:id="rId3"/>
    <p:sldId id="269" r:id="rId4"/>
    <p:sldId id="257" r:id="rId5"/>
    <p:sldId id="258" r:id="rId6"/>
    <p:sldId id="270" r:id="rId7"/>
    <p:sldId id="259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902239-1DD1-44D4-8CAC-D76D7067D102}" type="datetimeFigureOut">
              <a:rPr lang="en-IN" smtClean="0"/>
              <a:t>17-02-26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32C895-FF99-49BC-9844-BA57ABF02C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6663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2C895-FF99-49BC-9844-BA57ABF02CD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0437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895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457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155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109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562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001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403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741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334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574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354364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5703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240567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5686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9151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36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555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92" r:id="rId1"/>
    <p:sldLayoutId id="2147484793" r:id="rId2"/>
    <p:sldLayoutId id="2147484794" r:id="rId3"/>
    <p:sldLayoutId id="2147484795" r:id="rId4"/>
    <p:sldLayoutId id="2147484796" r:id="rId5"/>
    <p:sldLayoutId id="2147484797" r:id="rId6"/>
    <p:sldLayoutId id="2147484798" r:id="rId7"/>
    <p:sldLayoutId id="2147484799" r:id="rId8"/>
    <p:sldLayoutId id="2147484800" r:id="rId9"/>
    <p:sldLayoutId id="2147484801" r:id="rId10"/>
    <p:sldLayoutId id="2147484802" r:id="rId11"/>
    <p:sldLayoutId id="2147484803" r:id="rId12"/>
    <p:sldLayoutId id="2147484804" r:id="rId13"/>
    <p:sldLayoutId id="2147484805" r:id="rId14"/>
    <p:sldLayoutId id="2147484806" r:id="rId15"/>
    <p:sldLayoutId id="214748480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633" y="731837"/>
            <a:ext cx="6798734" cy="1303867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3"/>
                </a:solidFill>
              </a:rPr>
              <a:t>Interactive Supermarket Sales Performance Dashboard</a:t>
            </a:r>
            <a:endParaRPr b="1" dirty="0">
              <a:solidFill>
                <a:schemeClr val="accent3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27" y="2625213"/>
            <a:ext cx="9212826" cy="3500950"/>
          </a:xfrm>
        </p:spPr>
        <p:txBody>
          <a:bodyPr/>
          <a:lstStyle/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US" dirty="0"/>
              <a:t>                 </a:t>
            </a:r>
            <a:r>
              <a:rPr lang="en-US" b="1" dirty="0"/>
              <a:t>Title</a:t>
            </a:r>
            <a:r>
              <a:rPr lang="en-US" dirty="0"/>
              <a:t>: Interactive Supermarket Sales Performance Dashboard</a:t>
            </a:r>
          </a:p>
          <a:p>
            <a:pPr marL="0" indent="0">
              <a:buNone/>
            </a:pPr>
            <a:r>
              <a:rPr lang="en-US" dirty="0"/>
              <a:t>                                    </a:t>
            </a:r>
            <a:r>
              <a:rPr lang="en-IN" b="1" dirty="0"/>
              <a:t>Subtitle:</a:t>
            </a:r>
            <a:r>
              <a:rPr lang="en-IN" dirty="0"/>
              <a:t> Power BI Project</a:t>
            </a:r>
          </a:p>
          <a:p>
            <a:pPr marL="0" indent="0">
              <a:buNone/>
            </a:pPr>
            <a:r>
              <a:rPr lang="en-IN" dirty="0"/>
              <a:t>                                                      </a:t>
            </a:r>
            <a:r>
              <a:rPr lang="en-IN" b="1" dirty="0"/>
              <a:t>Prepared by: Nanthini 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DFB49-3EF7-25F4-E2E5-67524B629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chemeClr val="accent3"/>
                </a:solidFill>
              </a:rPr>
              <a:t>PROJECT OVERVIEW</a:t>
            </a:r>
            <a:br>
              <a:rPr lang="en-IN" b="1" dirty="0">
                <a:solidFill>
                  <a:schemeClr val="accent3"/>
                </a:solidFill>
              </a:rPr>
            </a:br>
            <a:endParaRPr lang="en-IN" dirty="0">
              <a:solidFill>
                <a:schemeClr val="accent3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449D2-5696-82D7-394B-F0F0B1830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b="1" dirty="0"/>
          </a:p>
          <a:p>
            <a:pPr marL="0" indent="0">
              <a:buNone/>
            </a:pPr>
            <a:r>
              <a:rPr lang="en-IN" b="1" dirty="0"/>
              <a:t>Objective</a:t>
            </a:r>
          </a:p>
          <a:p>
            <a:r>
              <a:rPr lang="en-US" dirty="0"/>
              <a:t>To analyze supermarket sales data.</a:t>
            </a:r>
          </a:p>
          <a:p>
            <a:pPr lvl="1"/>
            <a:r>
              <a:rPr lang="en-US" dirty="0"/>
              <a:t>To identify sales trends and customer patterns.</a:t>
            </a:r>
          </a:p>
          <a:p>
            <a:pPr lvl="1"/>
            <a:r>
              <a:rPr lang="en-US" dirty="0"/>
              <a:t>To create an interactive dashboard for business insights.</a:t>
            </a:r>
          </a:p>
          <a:p>
            <a:pPr marL="0" indent="0">
              <a:buNone/>
            </a:pPr>
            <a:r>
              <a:rPr lang="en-IN" b="1" dirty="0"/>
              <a:t>Dataset Details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Excel-based sales dataset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Around 1500 records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Columns: Date, Region, Product, Quantity, Revenue, Promotion, Customer Type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7218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6ADF0-774B-1567-2DC7-C999EAC27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Key Performance Indicators</a:t>
            </a:r>
            <a:br>
              <a:rPr lang="en-US" dirty="0">
                <a:solidFill>
                  <a:schemeClr val="accent4"/>
                </a:solidFill>
              </a:rPr>
            </a:br>
            <a:endParaRPr lang="en-IN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15A9C-0471-9693-34D5-EAE2C292C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b="1" dirty="0"/>
              <a:t>KPIs</a:t>
            </a:r>
          </a:p>
          <a:p>
            <a:r>
              <a:rPr lang="en-US" dirty="0"/>
              <a:t>Total Orders: 1500</a:t>
            </a:r>
          </a:p>
          <a:p>
            <a:pPr lvl="1"/>
            <a:r>
              <a:rPr lang="en-US" dirty="0"/>
              <a:t>Total Revenue: 4.38M</a:t>
            </a:r>
          </a:p>
          <a:p>
            <a:pPr lvl="1"/>
            <a:r>
              <a:rPr lang="en-US" dirty="0"/>
              <a:t>Total Quantity Sold: 16K</a:t>
            </a:r>
          </a:p>
          <a:p>
            <a:pPr lvl="1"/>
            <a:r>
              <a:rPr lang="en-US" dirty="0"/>
              <a:t>Average Discount: 0.07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36353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 </a:t>
            </a:r>
            <a:r>
              <a:rPr lang="en-IN" b="1" dirty="0">
                <a:solidFill>
                  <a:schemeClr val="accent3"/>
                </a:solidFill>
              </a:rPr>
              <a:t>SALES ANALYSIS</a:t>
            </a:r>
            <a:br>
              <a:rPr lang="en-IN" b="1" dirty="0">
                <a:solidFill>
                  <a:schemeClr val="accent3"/>
                </a:solidFill>
              </a:rPr>
            </a:br>
            <a:endParaRPr dirty="0">
              <a:solidFill>
                <a:schemeClr val="accent3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229414"/>
            <a:ext cx="6347714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Visual Analysis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Sales Trend Over Time (Line Chart)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Store-wise Sales Comparison (Bar Chart)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Product Contribution (Pie)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Customer Type Analysis(Donut Chart)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INTERACTIVITY</a:t>
            </a:r>
            <a:br>
              <a:rPr lang="en-US" b="1" dirty="0">
                <a:solidFill>
                  <a:schemeClr val="accent3"/>
                </a:solidFill>
              </a:rPr>
            </a:br>
            <a:endParaRPr dirty="0">
              <a:solidFill>
                <a:schemeClr val="accent3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b="1" dirty="0"/>
              <a:t>Interactive Features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Slicers: Region, Promotion, Customer Type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Tooltips for additional details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Map showing region-wise sales distribution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i="1" dirty="0"/>
              <a:t>Users can easily filter and explore the data.</a:t>
            </a:r>
            <a:endParaRPr lang="en-US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99DB7-C11E-B7D7-240C-E76DA069D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Detailed Table</a:t>
            </a:r>
            <a:endParaRPr lang="en-IN" dirty="0">
              <a:solidFill>
                <a:schemeClr val="accent3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7E27D-874A-2A7C-9933-C7CD3DB59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Table: A detailed table shows each order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</a:rPr>
              <a:t>ID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</a:rPr>
              <a:t>Product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</a:rPr>
              <a:t>Quantity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</a:rPr>
              <a:t>Total price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/>
              <a:t>Tools Used</a:t>
            </a:r>
          </a:p>
          <a:p>
            <a:r>
              <a:rPr lang="en-US" dirty="0"/>
              <a:t>I used </a:t>
            </a:r>
            <a:r>
              <a:rPr lang="en-US" b="1" dirty="0"/>
              <a:t>Power BI</a:t>
            </a:r>
            <a:r>
              <a:rPr lang="en-US" dirty="0"/>
              <a:t> for data visualization and dashboard creation.</a:t>
            </a:r>
            <a:br>
              <a:rPr lang="en-US" dirty="0"/>
            </a:br>
            <a:r>
              <a:rPr lang="en-US" dirty="0"/>
              <a:t>I performed data cleaning and transformation using Power Query.</a:t>
            </a:r>
            <a:br>
              <a:rPr lang="en-US" dirty="0"/>
            </a:br>
            <a:r>
              <a:rPr lang="en-US" dirty="0"/>
              <a:t>I created measures using DAX for calculations like Total Revenue, Average Discount, and Total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2865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</a:rPr>
              <a:t> CONCLUSION</a:t>
            </a:r>
            <a:br>
              <a:rPr lang="en-US" b="1" dirty="0">
                <a:solidFill>
                  <a:schemeClr val="accent3"/>
                </a:solidFill>
              </a:rPr>
            </a:br>
            <a:endParaRPr dirty="0">
              <a:solidFill>
                <a:schemeClr val="accent3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The dashboard helps in understanding overall sales performance.</a:t>
            </a:r>
          </a:p>
          <a:p>
            <a:pPr lvl="1"/>
            <a:r>
              <a:rPr lang="en-US" dirty="0"/>
              <a:t>Provides data-driven insights for decision making.</a:t>
            </a:r>
          </a:p>
          <a:p>
            <a:pPr lvl="1"/>
            <a:r>
              <a:rPr lang="en-US" dirty="0"/>
              <a:t>Can be extended with advanced analytics in future.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                             Thank You</a:t>
            </a:r>
            <a:endParaRPr lang="en-US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266</TotalTime>
  <Words>249</Words>
  <Application>Microsoft Office PowerPoint</Application>
  <PresentationFormat>On-screen Show (4:3)</PresentationFormat>
  <Paragraphs>53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Trebuchet MS</vt:lpstr>
      <vt:lpstr>Wingdings</vt:lpstr>
      <vt:lpstr>Wingdings 3</vt:lpstr>
      <vt:lpstr>Facet</vt:lpstr>
      <vt:lpstr>Interactive Supermarket Sales Performance Dashboard</vt:lpstr>
      <vt:lpstr>PROJECT OVERVIEW </vt:lpstr>
      <vt:lpstr>Key Performance Indicators </vt:lpstr>
      <vt:lpstr> SALES ANALYSIS </vt:lpstr>
      <vt:lpstr>INTERACTIVITY </vt:lpstr>
      <vt:lpstr>Detailed Table</vt:lpstr>
      <vt:lpstr> CONCLUSION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Nanthini</dc:creator>
  <cp:keywords/>
  <dc:description>generated using python-pptx</dc:description>
  <cp:lastModifiedBy>nanthinis078@outlook.com</cp:lastModifiedBy>
  <cp:revision>33</cp:revision>
  <dcterms:created xsi:type="dcterms:W3CDTF">2013-01-27T09:14:16Z</dcterms:created>
  <dcterms:modified xsi:type="dcterms:W3CDTF">2026-02-17T02:59:30Z</dcterms:modified>
  <cp:category/>
</cp:coreProperties>
</file>