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8" r:id="rId1"/>
  </p:sldMasterIdLst>
  <p:sldIdLst>
    <p:sldId id="256" r:id="rId2"/>
    <p:sldId id="268" r:id="rId3"/>
    <p:sldId id="269" r:id="rId4"/>
    <p:sldId id="257" r:id="rId5"/>
    <p:sldId id="258" r:id="rId6"/>
    <p:sldId id="270" r:id="rId7"/>
    <p:sldId id="259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D-PanelTitle-GrommetsCombine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21934" y="1811863"/>
            <a:ext cx="5308866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1934" y="3598327"/>
            <a:ext cx="5308866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65417" y="5054602"/>
            <a:ext cx="673276" cy="2794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21934" y="5054602"/>
            <a:ext cx="4064860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17317" y="5054602"/>
            <a:ext cx="413483" cy="2794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825" y="3471329"/>
            <a:ext cx="511308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728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278466" y="2354670"/>
            <a:ext cx="659553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225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8465" y="1641413"/>
            <a:ext cx="6595534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78465" y="3734859"/>
            <a:ext cx="6595534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278466" y="3599392"/>
            <a:ext cx="659553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1023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79576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152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34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868" y="3243262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1832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1832" y="3243262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7412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15337"/>
            <a:ext cx="6798735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5663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416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388534"/>
            <a:ext cx="2536798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0062" y="982132"/>
            <a:ext cx="385553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031065"/>
            <a:ext cx="2536798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278466" y="2912533"/>
            <a:ext cx="233359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6041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883832"/>
            <a:ext cx="3632202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069" y="1032933"/>
            <a:ext cx="2929463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255432"/>
            <a:ext cx="3632201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822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4815415"/>
            <a:ext cx="6798734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6260" y="1032933"/>
            <a:ext cx="7091482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6" y="5382153"/>
            <a:ext cx="6798734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2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06873"/>
            <a:ext cx="6798734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275666"/>
            <a:ext cx="6798736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5" y="4140199"/>
            <a:ext cx="660642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47808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4333" y="982132"/>
            <a:ext cx="6400250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00200" y="3352799"/>
            <a:ext cx="5892798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3" y="4343400"/>
            <a:ext cx="6798738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49969" y="905362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3503" y="2827870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278466" y="4140199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2413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9" y="3308581"/>
            <a:ext cx="679872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4777381"/>
            <a:ext cx="679873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3538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416" y="982132"/>
            <a:ext cx="632516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639312"/>
            <a:ext cx="6798730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529667"/>
            <a:ext cx="6798736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78060" y="89689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9796" y="260772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278466" y="342900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68298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82131"/>
            <a:ext cx="6798734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566160"/>
            <a:ext cx="6798730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6" y="4470400"/>
            <a:ext cx="6798734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9" y="3429000"/>
            <a:ext cx="660642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83826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5" y="2490135"/>
            <a:ext cx="6798736" cy="338573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60642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86171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56667" y="906873"/>
            <a:ext cx="1618930" cy="49689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7" y="906873"/>
            <a:ext cx="4915509" cy="496899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6245512" y="906873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4692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D-PanelContent-GrommetsCombined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2490135"/>
            <a:ext cx="6798736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56670" y="5960533"/>
            <a:ext cx="114828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76865" y="5960533"/>
            <a:ext cx="510466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80091" y="5960533"/>
            <a:ext cx="39551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423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9" r:id="rId1"/>
    <p:sldLayoutId id="2147484000" r:id="rId2"/>
    <p:sldLayoutId id="2147484001" r:id="rId3"/>
    <p:sldLayoutId id="2147484002" r:id="rId4"/>
    <p:sldLayoutId id="2147484003" r:id="rId5"/>
    <p:sldLayoutId id="2147484004" r:id="rId6"/>
    <p:sldLayoutId id="2147484005" r:id="rId7"/>
    <p:sldLayoutId id="2147484006" r:id="rId8"/>
    <p:sldLayoutId id="2147484007" r:id="rId9"/>
    <p:sldLayoutId id="2147484008" r:id="rId10"/>
    <p:sldLayoutId id="2147484009" r:id="rId11"/>
    <p:sldLayoutId id="2147484010" r:id="rId12"/>
    <p:sldLayoutId id="2147484011" r:id="rId13"/>
    <p:sldLayoutId id="2147484012" r:id="rId14"/>
    <p:sldLayoutId id="2147484013" r:id="rId15"/>
    <p:sldLayoutId id="2147484014" r:id="rId16"/>
    <p:sldLayoutId id="214748401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2633" y="731837"/>
            <a:ext cx="6798734" cy="1303867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Interactive Supermarket Sales Performance Dashboard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27" y="2625213"/>
            <a:ext cx="9212826" cy="3500950"/>
          </a:xfrm>
        </p:spPr>
        <p:txBody>
          <a:bodyPr/>
          <a:lstStyle/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US" dirty="0"/>
              <a:t>                 </a:t>
            </a:r>
            <a:r>
              <a:rPr lang="en-US" b="1" dirty="0"/>
              <a:t>Title</a:t>
            </a:r>
            <a:r>
              <a:rPr lang="en-US" dirty="0"/>
              <a:t>: Interactive Supermarket Sales Performance Dashboard</a:t>
            </a:r>
          </a:p>
          <a:p>
            <a:pPr marL="0" indent="0">
              <a:buNone/>
            </a:pPr>
            <a:r>
              <a:rPr lang="en-US" dirty="0"/>
              <a:t>                                    </a:t>
            </a:r>
            <a:r>
              <a:rPr lang="en-IN" b="1" dirty="0"/>
              <a:t>Subtitle:</a:t>
            </a:r>
            <a:r>
              <a:rPr lang="en-IN" dirty="0"/>
              <a:t> Power BI Project</a:t>
            </a:r>
          </a:p>
          <a:p>
            <a:pPr marL="0" indent="0">
              <a:buNone/>
            </a:pPr>
            <a:r>
              <a:rPr lang="en-IN" dirty="0"/>
              <a:t>                                                </a:t>
            </a:r>
            <a:r>
              <a:rPr lang="en-IN" b="1" dirty="0"/>
              <a:t>Prepared by: Nanthini 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DFB49-3EF7-25F4-E2E5-67524B629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b="1" dirty="0">
                <a:solidFill>
                  <a:schemeClr val="accent3"/>
                </a:solidFill>
              </a:rPr>
              <a:t>PROJECT OVERVIEW</a:t>
            </a:r>
            <a:br>
              <a:rPr lang="en-IN" b="1" dirty="0">
                <a:solidFill>
                  <a:schemeClr val="accent3"/>
                </a:solidFill>
              </a:rPr>
            </a:br>
            <a:endParaRPr lang="en-IN" dirty="0">
              <a:solidFill>
                <a:schemeClr val="accent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449D2-5696-82D7-394B-F0F0B1830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endParaRPr lang="en-IN" b="1" dirty="0"/>
          </a:p>
          <a:p>
            <a:pPr marL="0" indent="0">
              <a:buNone/>
            </a:pPr>
            <a:r>
              <a:rPr lang="en-IN" b="1" dirty="0"/>
              <a:t>Objective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To </a:t>
            </a:r>
            <a:r>
              <a:rPr lang="en-IN" dirty="0" err="1"/>
              <a:t>analyze</a:t>
            </a:r>
            <a:r>
              <a:rPr lang="en-IN" dirty="0"/>
              <a:t> supermarket sales performance using Excel and Power BI.</a:t>
            </a:r>
          </a:p>
          <a:p>
            <a:pPr marL="0" indent="0">
              <a:buNone/>
            </a:pPr>
            <a:r>
              <a:rPr lang="en-IN" b="1" dirty="0"/>
              <a:t>Dataset Details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Excel-based sales dataset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Around 1500 records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Columns: Date, Region, Product, Quantity, Revenue, Promotion, Customer Type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7218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6ADF0-774B-1567-2DC7-C999EAC27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Key Performance Indicators</a:t>
            </a:r>
            <a:br>
              <a:rPr lang="en-US" dirty="0">
                <a:solidFill>
                  <a:schemeClr val="accent4"/>
                </a:solidFill>
              </a:rPr>
            </a:br>
            <a:endParaRPr lang="en-IN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315A9C-0471-9693-34D5-EAE2C292C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b="1" dirty="0"/>
              <a:t>KPIs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dirty="0"/>
              <a:t>Total Orders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dirty="0"/>
              <a:t>Total Quantity Sold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dirty="0"/>
              <a:t>Total Revenue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dirty="0"/>
              <a:t>Average Discount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i="1" dirty="0"/>
              <a:t>These KPIs give a quick overview of overall business performance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6353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 </a:t>
            </a:r>
            <a:r>
              <a:rPr lang="en-IN" b="1" dirty="0">
                <a:solidFill>
                  <a:schemeClr val="accent3"/>
                </a:solidFill>
              </a:rPr>
              <a:t>SALES ANALYSIS</a:t>
            </a:r>
            <a:br>
              <a:rPr lang="en-IN" b="1" dirty="0">
                <a:solidFill>
                  <a:schemeClr val="accent3"/>
                </a:solidFill>
              </a:rPr>
            </a:br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99" y="2229414"/>
            <a:ext cx="6347714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Visual Analysis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Sales Trend Over Time (Line Chart)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Store-wise Sales Comparison (Bar Chart)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Product Contribution (Pie / Donut Chart)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Customer Type Analysis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i="1" dirty="0"/>
              <a:t>These visuals help identify trends and top-performing products.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endParaRPr lang="en-IN" dirty="0"/>
          </a:p>
          <a:p>
            <a:pPr>
              <a:buFont typeface="Wingdings" panose="05000000000000000000" pitchFamily="2" charset="2"/>
              <a:buChar char="Ø"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INTERACTIVITY</a:t>
            </a:r>
            <a:br>
              <a:rPr lang="en-US" b="1" dirty="0">
                <a:solidFill>
                  <a:schemeClr val="accent3"/>
                </a:solidFill>
              </a:rPr>
            </a:br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US" b="1" dirty="0"/>
              <a:t>Interactive Features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Slicers: Region, Promotion, Customer Type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Tooltips for additional details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Map showing region-wise sales distribution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i="1" dirty="0"/>
              <a:t>Users can easily filter and explore the data.</a:t>
            </a:r>
            <a:endParaRPr lang="en-US" dirty="0"/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99DB7-C11E-B7D7-240C-E76DA069D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Detailed Table</a:t>
            </a:r>
            <a:endParaRPr lang="en-IN" dirty="0">
              <a:solidFill>
                <a:schemeClr val="accent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7E27D-874A-2A7C-9933-C7CD3DB59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Table: A detailed table shows each order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/>
                </a:solidFill>
              </a:rPr>
              <a:t>ID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/>
                </a:solidFill>
              </a:rPr>
              <a:t>Product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/>
                </a:solidFill>
              </a:rPr>
              <a:t>Quantity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/>
                </a:solidFill>
              </a:rPr>
              <a:t>Total price</a:t>
            </a:r>
            <a:endParaRPr lang="en-IN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2865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 CONCLUSION</a:t>
            </a:r>
            <a:br>
              <a:rPr lang="en-US" b="1" dirty="0">
                <a:solidFill>
                  <a:schemeClr val="accent3"/>
                </a:solidFill>
              </a:rPr>
            </a:br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Dashboard provides clear sales insights into sales performance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Interactive and easy to use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Helps in business decision making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                             Thank You</a:t>
            </a:r>
            <a:endParaRPr lang="en-US" dirty="0"/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AB946B"/>
      </a:accent1>
      <a:accent2>
        <a:srgbClr val="C04F32"/>
      </a:accent2>
      <a:accent3>
        <a:srgbClr val="DD8C3C"/>
      </a:accent3>
      <a:accent4>
        <a:srgbClr val="8E684C"/>
      </a:accent4>
      <a:accent5>
        <a:srgbClr val="CBAF62"/>
      </a:accent5>
      <a:accent6>
        <a:srgbClr val="803348"/>
      </a:accent6>
      <a:hlink>
        <a:srgbClr val="86724D"/>
      </a:hlink>
      <a:folHlink>
        <a:srgbClr val="B99E84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A2BEDC8B-F191-493B-BA33-0F4F800A89D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197</TotalTime>
  <Words>198</Words>
  <Application>Microsoft Office PowerPoint</Application>
  <PresentationFormat>On-screen Show (4:3)</PresentationFormat>
  <Paragraphs>47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Garamond</vt:lpstr>
      <vt:lpstr>Wingdings</vt:lpstr>
      <vt:lpstr>Organic</vt:lpstr>
      <vt:lpstr>Interactive Supermarket Sales Performance Dashboard</vt:lpstr>
      <vt:lpstr>PROJECT OVERVIEW </vt:lpstr>
      <vt:lpstr>Key Performance Indicators </vt:lpstr>
      <vt:lpstr> SALES ANALYSIS </vt:lpstr>
      <vt:lpstr>INTERACTIVITY </vt:lpstr>
      <vt:lpstr>Detailed Table</vt:lpstr>
      <vt:lpstr> CONCLUSION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Nanthini</dc:creator>
  <cp:keywords/>
  <dc:description>generated using python-pptx</dc:description>
  <cp:lastModifiedBy>nanthinis078@outlook.com</cp:lastModifiedBy>
  <cp:revision>25</cp:revision>
  <dcterms:created xsi:type="dcterms:W3CDTF">2013-01-27T09:14:16Z</dcterms:created>
  <dcterms:modified xsi:type="dcterms:W3CDTF">2026-02-12T05:34:18Z</dcterms:modified>
  <cp:category/>
</cp:coreProperties>
</file>